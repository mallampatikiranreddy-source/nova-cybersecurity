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Barlow Black"/>
      <p:regular r:id="rId201317"/>
    </p:embeddedFont>
    <p:embeddedFont>
      <p:font typeface="Spline Sans SemiBold"/>
      <p:regular r:id="rId201318"/>
    </p:embeddedFont>
    <p:embeddedFont>
      <p:font typeface="Spline Sans Bold"/>
      <p:regular r:id="rId201319"/>
    </p:embeddedFont>
    <p:embeddedFont>
      <p:font typeface="Spline Sans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2379464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NOVA CYBERSECURITY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5291898" y="3259534"/>
            <a:ext cx="6179784" cy="1219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AI-Powered Threat Detection and Risk Assessment System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 Name: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[Your Name]  | 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Course: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B.Tech Cybersecurity  | 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College: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[Your College]  | 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Year: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2024–2025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700312"/>
            <a:ext cx="3457191" cy="34572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54037" y="838994"/>
            <a:ext cx="963192" cy="293092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4769723" y="896838"/>
            <a:ext cx="1341404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54037" y="1204416"/>
            <a:ext cx="6823896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NOVA?</a:t>
            </a:r>
            <a:endParaRPr lang="en-US" sz="3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6365" y="1949450"/>
            <a:ext cx="289315" cy="2893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0885" y="1943596"/>
            <a:ext cx="619704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Suspicious Login Detection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5280885" y="2392263"/>
            <a:ext cx="619704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Identifies abnormal login behavior in real-time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6365" y="3058716"/>
            <a:ext cx="289315" cy="2893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0885" y="3052862"/>
            <a:ext cx="619704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Score Engine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280885" y="3501529"/>
            <a:ext cx="619704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Calculates a weighted score based on security factors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6365" y="4167981"/>
            <a:ext cx="289315" cy="2893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80885" y="4162127"/>
            <a:ext cx="619704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Automated Response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5280885" y="4610795"/>
            <a:ext cx="619704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Enables rapid action against unauthorized access attempts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6365" y="5277247"/>
            <a:ext cx="289315" cy="2893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80885" y="5271393"/>
            <a:ext cx="619704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AI/ML Foundation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5280885" y="5720060"/>
            <a:ext cx="619704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 to evolve with machine learning security intelligence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304925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2287885"/>
            <a:ext cx="3446773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1087" y="2518966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Weak Authentication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51087" y="2928144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Attackers exploit poorly secured login mechanisms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72461" y="2287885"/>
            <a:ext cx="3446773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3536" y="2518966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Unknown Devices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603536" y="2928144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Unfamiliar devices accessing accounts go unnoticed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24909" y="2287885"/>
            <a:ext cx="3446773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5984" y="2518966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Impossible Logins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55984" y="2928144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Geographically distant logins remain undetected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0012" y="4023320"/>
            <a:ext cx="5272948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0912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1087" y="4254401"/>
            <a:ext cx="48107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Brute-Force Gaps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51087" y="4663579"/>
            <a:ext cx="481079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Repeated failed attempts are not immediately flagged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8636" y="4023320"/>
            <a:ext cx="5273047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9710" y="4254401"/>
            <a:ext cx="48108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Slow Detection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429710" y="4663579"/>
            <a:ext cx="481089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monitoring cannot respond to threats in real-time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7035"/>
            <a:ext cx="1894733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628749"/>
            <a:ext cx="225746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96192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NOVA Sets Out to Achieve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841996"/>
            <a:ext cx="3446773" cy="21215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19974" y="1996281"/>
            <a:ext cx="2468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51087" y="2664916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 Detection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51087" y="3074095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Identify suspicious login activity as it happens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2461" y="1841996"/>
            <a:ext cx="3446773" cy="21215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2422" y="1996281"/>
            <a:ext cx="2468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03536" y="2664916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Scoring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603536" y="3074095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 a comprehensive, weighted security risk score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4909" y="1841996"/>
            <a:ext cx="3446773" cy="21215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24871" y="1996281"/>
            <a:ext cx="2468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255984" y="2664916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Classification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8255984" y="3074095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Classify threat levels as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MEDIUM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or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4169271"/>
            <a:ext cx="5272948" cy="21215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33061" y="4323556"/>
            <a:ext cx="2468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951087" y="4992191"/>
            <a:ext cx="48107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Automated Actions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951087" y="5401370"/>
            <a:ext cx="481079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Trigger security responses and recommendations instantly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8636" y="4169271"/>
            <a:ext cx="5273047" cy="212159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11684" y="4323556"/>
            <a:ext cx="2468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429710" y="4992191"/>
            <a:ext cx="48108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Scalable AI Foundation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6429710" y="5401370"/>
            <a:ext cx="481089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Establish groundwork for future ML model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79041"/>
            <a:ext cx="1717334" cy="307677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1453" y="639763"/>
            <a:ext cx="2084038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WORKFLOW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966391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NOVA Works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153" y="1827907"/>
            <a:ext cx="10407290" cy="39053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01110" y="4801996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Alert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322841" y="4801996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Detect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55323" y="4801996"/>
            <a:ext cx="1569713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Score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3387805" y="4801996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Collect Data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377282" y="4801996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15220" y="5957491"/>
            <a:ext cx="1136125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login event passes through NOVA's six-stage pipeline — from data collection to an automated security decision.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2851150"/>
            <a:ext cx="591131" cy="15627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781725" y="2882007"/>
            <a:ext cx="1077290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RISK ENGINE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20012" y="3027958"/>
            <a:ext cx="52504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Scoring System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20012" y="3365103"/>
            <a:ext cx="5250426" cy="29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login event is scored based on three core threat signals. Scores accumulate and determine the response tier.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Scoring rules are continuously refined as new threat patterns emerge.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607" y="623590"/>
            <a:ext cx="5250426" cy="525055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5989836"/>
            <a:ext cx="3549561" cy="5281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299" y="6105327"/>
            <a:ext cx="32677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New Device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86299" y="6279059"/>
            <a:ext cx="3267787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+30 points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0968" y="5989836"/>
            <a:ext cx="3549660" cy="5281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87254" y="6105327"/>
            <a:ext cx="32678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Unusual Location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4487254" y="6279059"/>
            <a:ext cx="3267886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+40 points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2022" y="5989836"/>
            <a:ext cx="3549660" cy="5281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88309" y="6105327"/>
            <a:ext cx="32678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5+ Failed Attempts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8088309" y="6279059"/>
            <a:ext cx="3267886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+30 points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91898" y="842268"/>
            <a:ext cx="1865067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5323" y="903982"/>
            <a:ext cx="22278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RESPONSE PROTOCOL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91898" y="1237159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Security Actions</a:t>
            </a:r>
            <a:endParaRPr lang="en-US" sz="3550" dirty="0"/>
          </a:p>
        </p:txBody>
      </p:sp>
      <p:sp>
        <p:nvSpPr>
          <p:cNvPr id="7" name="Shape 4"/>
          <p:cNvSpPr/>
          <p:nvPr/>
        </p:nvSpPr>
        <p:spPr>
          <a:xfrm>
            <a:off x="5291898" y="2117229"/>
            <a:ext cx="6179784" cy="3008709"/>
          </a:xfrm>
          <a:prstGeom prst="roundRect">
            <a:avLst>
              <a:gd name="adj" fmla="val 10257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17297" y="2142629"/>
            <a:ext cx="3064493" cy="1808163"/>
          </a:xfrm>
          <a:custGeom>
            <a:avLst/>
            <a:gdLst/>
            <a:ahLst/>
            <a:cxnLst/>
            <a:rect l="l" t="t" r="r" b="b"/>
            <a:pathLst>
              <a:path w="3064493" h="1808163">
                <a:moveTo>
                  <a:pt x="257169" y="0"/>
                </a:moveTo>
                <a:lnTo>
                  <a:pt x="3064493" y="0"/>
                </a:lnTo>
                <a:lnTo>
                  <a:pt x="3064493" y="1808163"/>
                </a:lnTo>
                <a:lnTo>
                  <a:pt x="0" y="1808163"/>
                </a:lnTo>
                <a:lnTo>
                  <a:pt x="0" y="257175"/>
                </a:lnTo>
                <a:arcTo hR="257175" wR="257169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9" name="Text 6"/>
          <p:cNvSpPr/>
          <p:nvPr/>
        </p:nvSpPr>
        <p:spPr>
          <a:xfrm>
            <a:off x="5522973" y="2348309"/>
            <a:ext cx="2653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LOW Risk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522973" y="2757488"/>
            <a:ext cx="2653142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Allow login immediately — no friction added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81790" y="2142629"/>
            <a:ext cx="3064493" cy="1808163"/>
          </a:xfrm>
          <a:custGeom>
            <a:avLst/>
            <a:gdLst/>
            <a:ahLst/>
            <a:cxnLst/>
            <a:rect l="l" t="t" r="r" b="b"/>
            <a:pathLst>
              <a:path w="3064493" h="1808163">
                <a:moveTo>
                  <a:pt x="0" y="0"/>
                </a:moveTo>
                <a:lnTo>
                  <a:pt x="2807324" y="0"/>
                </a:lnTo>
                <a:arcTo hR="257175" wR="257169" stAng="16200000" swAng="5400000"/>
                <a:lnTo>
                  <a:pt x="3064493" y="1808163"/>
                </a:lnTo>
                <a:lnTo>
                  <a:pt x="0" y="1808163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2" name="Shape 9"/>
          <p:cNvSpPr/>
          <p:nvPr/>
        </p:nvSpPr>
        <p:spPr>
          <a:xfrm>
            <a:off x="8381790" y="2142629"/>
            <a:ext cx="25399" cy="1808163"/>
          </a:xfrm>
          <a:prstGeom prst="roundRect">
            <a:avLst>
              <a:gd name="adj" fmla="val 50001"/>
            </a:avLst>
          </a:prstGeom>
          <a:solidFill>
            <a:srgbClr val="0FC3C0"/>
          </a:solidFill>
          <a:ln/>
        </p:spPr>
      </p:sp>
      <p:sp>
        <p:nvSpPr>
          <p:cNvPr id="13" name="Text 10"/>
          <p:cNvSpPr/>
          <p:nvPr/>
        </p:nvSpPr>
        <p:spPr>
          <a:xfrm>
            <a:off x="8587466" y="2348309"/>
            <a:ext cx="2653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MEDIUM Risk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587466" y="2757488"/>
            <a:ext cx="265314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Request additional verification — email OTP, security questions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17297" y="3950791"/>
            <a:ext cx="6128986" cy="1149747"/>
          </a:xfrm>
          <a:custGeom>
            <a:avLst/>
            <a:gdLst/>
            <a:ahLst/>
            <a:cxnLst/>
            <a:rect l="l" t="t" r="r" b="b"/>
            <a:pathLst>
              <a:path w="6128986" h="1149747">
                <a:moveTo>
                  <a:pt x="0" y="0"/>
                </a:moveTo>
                <a:lnTo>
                  <a:pt x="6128986" y="0"/>
                </a:lnTo>
                <a:lnTo>
                  <a:pt x="6128986" y="892572"/>
                </a:lnTo>
                <a:arcTo hR="257175" wR="257169" stAng="0" swAng="5400000"/>
                <a:lnTo>
                  <a:pt x="257169" y="1149747"/>
                </a:lnTo>
                <a:arcTo hR="257175" wR="257169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6" name="Shape 13"/>
          <p:cNvSpPr/>
          <p:nvPr/>
        </p:nvSpPr>
        <p:spPr>
          <a:xfrm>
            <a:off x="5317297" y="3950791"/>
            <a:ext cx="6128986" cy="2540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7" name="Text 14"/>
          <p:cNvSpPr/>
          <p:nvPr/>
        </p:nvSpPr>
        <p:spPr>
          <a:xfrm>
            <a:off x="5522973" y="4156472"/>
            <a:ext cx="571763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 Risk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5522973" y="4565650"/>
            <a:ext cx="571763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Block login — notify user of suspicious activity instantly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291898" y="5357316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actions are logged for audit and forensic analysis. Users can report false positives to continuously improve system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746621"/>
            <a:ext cx="1155572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3437" y="808335"/>
            <a:ext cx="1518307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1141512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Technology Stack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021582"/>
            <a:ext cx="514337" cy="514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0012" y="2793107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Backend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20012" y="3202285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with Flask or Django framework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625" y="2021582"/>
            <a:ext cx="514337" cy="514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625" y="2793107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389625" y="3202285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PostgreSQL or MongoDB for flexible data storage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9238" y="2021582"/>
            <a:ext cx="514337" cy="5143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59238" y="2793107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Engine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059238" y="3202285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Rule-based scoring (prototype), ML models (future)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4272161"/>
            <a:ext cx="514337" cy="5143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0012" y="5043686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Frontend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20012" y="5452864"/>
            <a:ext cx="341244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React or Vue.js security dashboard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9625" y="4272161"/>
            <a:ext cx="514337" cy="5143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89625" y="5043686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Security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4389625" y="5452864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Encryption, secure APIs, and rate limiting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1987947"/>
            <a:ext cx="664253" cy="214809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842" y="2030313"/>
            <a:ext cx="1104178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20012" y="2241649"/>
            <a:ext cx="6867750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Enhancements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720012" y="2731790"/>
            <a:ext cx="7477335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NOVA is designed to evolve. The next phase unlocks intelligent, adaptive security beyond rule-based detection.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9187" y="675084"/>
            <a:ext cx="3538747" cy="35388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0012" y="4432598"/>
            <a:ext cx="28286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0012" y="4653955"/>
            <a:ext cx="5327219" cy="1905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9" name="Text 6"/>
          <p:cNvSpPr/>
          <p:nvPr/>
        </p:nvSpPr>
        <p:spPr>
          <a:xfrm>
            <a:off x="720012" y="4762698"/>
            <a:ext cx="5327219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ML Anomaly Detection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0012" y="5017492"/>
            <a:ext cx="5327219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Train models to identify novel threat patterns automatically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4463" y="4432598"/>
            <a:ext cx="28286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4463" y="4653955"/>
            <a:ext cx="5327219" cy="1905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3" name="Text 10"/>
          <p:cNvSpPr/>
          <p:nvPr/>
        </p:nvSpPr>
        <p:spPr>
          <a:xfrm>
            <a:off x="6144463" y="4762698"/>
            <a:ext cx="5327219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Behavioral Biometrics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4463" y="5017492"/>
            <a:ext cx="5327219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Analyze typing patterns and user behavior for passive authentication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0012" y="5411788"/>
            <a:ext cx="28286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0012" y="5633145"/>
            <a:ext cx="5327219" cy="1905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7" name="Text 14"/>
          <p:cNvSpPr/>
          <p:nvPr/>
        </p:nvSpPr>
        <p:spPr>
          <a:xfrm>
            <a:off x="720012" y="5741888"/>
            <a:ext cx="5327219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Threat Intelligence Feeds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0012" y="5996682"/>
            <a:ext cx="5327219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Integrate live global threat data for proactive defense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44463" y="5411788"/>
            <a:ext cx="28286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44463" y="5633145"/>
            <a:ext cx="5327219" cy="1905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21" name="Text 18"/>
          <p:cNvSpPr/>
          <p:nvPr/>
        </p:nvSpPr>
        <p:spPr>
          <a:xfrm>
            <a:off x="6144463" y="5741888"/>
            <a:ext cx="5327219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MFA and Mobile Alerts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44463" y="5996682"/>
            <a:ext cx="5327219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Multi-factor auth support and real-time mobile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616148"/>
            <a:ext cx="1155274" cy="297855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37584" y="674886"/>
            <a:ext cx="152971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20012" y="988715"/>
            <a:ext cx="10751670" cy="751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NOVA.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415220" y="2020689"/>
            <a:ext cx="1136125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practical, scalable solution to modern login security threats.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0012" y="2537222"/>
            <a:ext cx="5282373" cy="1427262"/>
          </a:xfrm>
          <a:prstGeom prst="roundRect">
            <a:avLst>
              <a:gd name="adj" fmla="val 20608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5113" y="2752328"/>
            <a:ext cx="485217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Practical Security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5113" y="3136801"/>
            <a:ext cx="4852172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Real-world application of cybersecurity principles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9210" y="2537222"/>
            <a:ext cx="5282473" cy="1427262"/>
          </a:xfrm>
          <a:prstGeom prst="roundRect">
            <a:avLst>
              <a:gd name="adj" fmla="val 20608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4311" y="2752328"/>
            <a:ext cx="485227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Intelligent Assessment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4311" y="3136801"/>
            <a:ext cx="4852271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Reduces unauthorized access through smart threat scoring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0012" y="4151313"/>
            <a:ext cx="5282373" cy="1120973"/>
          </a:xfrm>
          <a:prstGeom prst="roundRect">
            <a:avLst>
              <a:gd name="adj" fmla="val 2623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113" y="4366419"/>
            <a:ext cx="485217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AI-Ready Foundation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5113" y="4750891"/>
            <a:ext cx="4852172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Rule-based core built to evolve with machine learning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89210" y="4151313"/>
            <a:ext cx="5282473" cy="1120973"/>
          </a:xfrm>
          <a:prstGeom prst="roundRect">
            <a:avLst>
              <a:gd name="adj" fmla="val 26239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4311" y="4366419"/>
            <a:ext cx="485227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Scalable by Design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4311" y="4750891"/>
            <a:ext cx="4852271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Architecture supports future integrations and expansion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0012" y="5482530"/>
            <a:ext cx="10751670" cy="759321"/>
          </a:xfrm>
          <a:prstGeom prst="roundRect">
            <a:avLst>
              <a:gd name="adj" fmla="val 38737"/>
            </a:avLst>
          </a:prstGeom>
          <a:solidFill>
            <a:srgbClr val="00805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64" y="5750024"/>
            <a:ext cx="245064" cy="1960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57179" y="5718373"/>
            <a:ext cx="10528037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 for the future of intelligent cybersecurity — one login at a time.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2026-09-03T05:36:11Z</dcterms:created>
  <dcterms:modified xsi:type="dcterms:W3CDTF">2026-09-03T05:36:11Z</dcterms:modified>
</cp:coreProperties>
</file>